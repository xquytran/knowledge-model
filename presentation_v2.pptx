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1 - TIEU DE (Title Slide)</a:t>
            </a:r>
          </a:p>
          <a:p/>
          <a:p>
            <a:r>
              <a:t>[Thoi gian: 1.5 phut]</a:t>
            </a:r>
          </a:p>
          <a:p/>
          <a:p>
            <a:r>
              <a:t>Day la slide mo dau. Gioi thieu ten de tai bang tieng Viet va English subtitle.</a:t>
            </a:r>
          </a:p>
          <a:p/>
          <a:p>
            <a:r>
              <a:t>Noi dung chinh:</a:t>
            </a:r>
          </a:p>
          <a:p>
            <a:r>
              <a:t>- He thong nay giai quyet van de: sinh vien thuong mac loi logic &amp; thuat toan </a:t>
            </a:r>
          </a:p>
          <a:p>
            <a:r>
              <a:t>  nhung cong cu hien tai chi bao loi bien dich (compile error) ma khong phan tich</a:t>
            </a:r>
          </a:p>
          <a:p>
            <a:r>
              <a:t>  duoc loi trong tu duy giai thuat.</a:t>
            </a:r>
          </a:p>
          <a:p>
            <a:r>
              <a:t>- Giai phap: ket hop LLMs (GPT-4, Code Llama) + Rule-Based Reasoning de:</a:t>
            </a:r>
          </a:p>
          <a:p>
            <a:r>
              <a:t>  (1) Chan doan loi chinh xac, (2) Sinh loi giai tung buoc co giai thich ngu canh.</a:t>
            </a:r>
          </a:p>
          <a:p/>
          <a:p>
            <a:r>
              <a:t>Chuyen tiep: "Tiep theo, em xin gioi thieu noi dung chinh cua bai bao cao."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2 - AGENDA (Noi dung trinh bay)</a:t>
            </a:r>
          </a:p>
          <a:p/>
          <a:p>
            <a:r>
              <a:t>[Thoi gian: 1 phut]</a:t>
            </a:r>
          </a:p>
          <a:p/>
          <a:p>
            <a:r>
              <a:t>Gioi thieu 10 phan cua bai bao cao.</a:t>
            </a:r>
          </a:p>
          <a:p/>
          <a:p>
            <a:r>
              <a:t>Phan bo thoi gian du kien:</a:t>
            </a:r>
          </a:p>
          <a:p>
            <a:r>
              <a:t>1. Muc tieu (2 phut)</a:t>
            </a:r>
          </a:p>
          <a:p>
            <a:r>
              <a:t>2. Thu thap tri thuc (2 phut)</a:t>
            </a:r>
          </a:p>
          <a:p>
            <a:r>
              <a:t>3. Phan loai bai tap (1.5 phut)</a:t>
            </a:r>
          </a:p>
          <a:p>
            <a:r>
              <a:t>4. Mo hinh tri thuc (3 phut) - PHAN QUAN TRONG</a:t>
            </a:r>
          </a:p>
          <a:p>
            <a:r>
              <a:t>5. Kien truc (2 phut)</a:t>
            </a:r>
          </a:p>
          <a:p>
            <a:r>
              <a:t>6. Bai toan &amp; Thuat giai (2.5 phut)</a:t>
            </a:r>
          </a:p>
          <a:p>
            <a:r>
              <a:t>7. Ky thuat chinh (3 phut) - PHAN QUAN TRONG</a:t>
            </a:r>
          </a:p>
          <a:p>
            <a:r>
              <a:t>8. Yeu cau san pham (1.5 phut)</a:t>
            </a:r>
          </a:p>
          <a:p>
            <a:r>
              <a:t>9. So sanh &amp; Danh gia (2.5 phut)</a:t>
            </a:r>
          </a:p>
          <a:p>
            <a:r>
              <a:t>10. Ket luan (1.5 phut)</a:t>
            </a:r>
          </a:p>
          <a:p>
            <a:r>
              <a:t>Tong: ~22 phut + 5 phut Q&amp;A</a:t>
            </a:r>
          </a:p>
          <a:p/>
          <a:p>
            <a:r>
              <a:t>Chuyen tiep: "Chung ta bat dau voi phan dau tien: Muc tieu cua he thong."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3 - MUC TIEU HE THONG (System Objectives)</a:t>
            </a:r>
          </a:p>
          <a:p/>
          <a:p>
            <a:r>
              <a:t>[Thoi gian: 2 phut]</a:t>
            </a:r>
          </a:p>
          <a:p/>
          <a:p>
            <a:r>
              <a:t>Trinh bay 3 muc tieu chinh:</a:t>
            </a:r>
          </a:p>
          <a:p/>
          <a:p>
            <a:r>
              <a:t>1. Phat hien &amp; chan doan loi:</a:t>
            </a:r>
          </a:p>
          <a:p>
            <a:r>
              <a:t>   - Loi logic: sai dieu kien if, sai cong thuc (VD: dung + thay vi *)</a:t>
            </a:r>
          </a:p>
          <a:p>
            <a:r>
              <a:t>   - Loi thuat toan: chon sai giai thuat, vong lap vo han</a:t>
            </a:r>
          </a:p>
          <a:p>
            <a:r>
              <a:t>   - Loi bien: off-by-one, truy cap mang ngoai pham vi</a:t>
            </a:r>
          </a:p>
          <a:p/>
          <a:p>
            <a:r>
              <a:t>2. Sinh loi giai tung buoc:</a:t>
            </a:r>
          </a:p>
          <a:p>
            <a:r>
              <a:t>   - Khong chi ra loi ma con huong dan CACH sua</a:t>
            </a:r>
          </a:p>
          <a:p>
            <a:r>
              <a:t>   - Giai thich phu hop voi ngu canh cu the cua bai toan</a:t>
            </a:r>
          </a:p>
          <a:p/>
          <a:p>
            <a:r>
              <a:t>3. Tich hop LLMs + Rule-Based:</a:t>
            </a:r>
          </a:p>
          <a:p>
            <a:r>
              <a:t>   - LLMs hieu ngu nghia code</a:t>
            </a:r>
          </a:p>
          <a:p>
            <a:r>
              <a:t>   - Rule Engine dam bao do chinh xac</a:t>
            </a:r>
          </a:p>
          <a:p/>
          <a:p>
            <a:r>
              <a:t>Chuyen tiep: "De lam duoc dieu nay, chung toi can thu thap tri thuc. Moi cac ban xem slide tiep theo."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4 - THU THAP TRI THUC (Knowledge Acquisition)</a:t>
            </a:r>
          </a:p>
          <a:p/>
          <a:p>
            <a:r>
              <a:t>[Thoi gian: 2 phut]</a:t>
            </a:r>
          </a:p>
          <a:p/>
          <a:p>
            <a:r>
              <a:t>Giai thich cach xay dung co so tri thuc cho he thong:</a:t>
            </a:r>
          </a:p>
          <a:p/>
          <a:p>
            <a:r>
              <a:t>1. Nguon tri thuc: 3 loai chinh</a:t>
            </a:r>
          </a:p>
          <a:p>
            <a:r>
              <a:t>   - Sach giao khoa C/C++ (K&amp;R, KN King)</a:t>
            </a:r>
          </a:p>
          <a:p>
            <a:r>
              <a:t>   - SACH thuat toan (CLRS)</a:t>
            </a:r>
          </a:p>
          <a:p>
            <a:r>
              <a:t>   - Bai tap tu sinh vien -- nguon thuc te quan trong nhat</a:t>
            </a:r>
          </a:p>
          <a:p/>
          <a:p>
            <a:r>
              <a:t>2. Quy trinh 4 buoc:</a:t>
            </a:r>
          </a:p>
          <a:p>
            <a:r>
              <a:t>   - Buoc 1: Thu thap de bai tu nhieu nguon (sach, online judge, bai tap tren lop)</a:t>
            </a:r>
          </a:p>
          <a:p>
            <a:r>
              <a:t>   - Buoc 2: Trich xuat dac trung bang AST parser (control flow, data type, algorithm pattern)</a:t>
            </a:r>
          </a:p>
          <a:p>
            <a:r>
              <a:t>   - Buoc 3: Gán nhan loi thuong gap cho tung bai (VD: sap xep -&gt; loi swap, loi dieu kien)</a:t>
            </a:r>
          </a:p>
          <a:p>
            <a:r>
              <a:t>   - Buoc 4: Xay dung IF-THEN rules tu cac chuyen gia</a:t>
            </a:r>
          </a:p>
          <a:p/>
          <a:p>
            <a:r>
              <a:t>3. Cong cu:</a:t>
            </a:r>
          </a:p>
          <a:p>
            <a:r>
              <a:t>   - AST parser de phan tich code tinh</a:t>
            </a:r>
          </a:p>
          <a:p>
            <a:r>
              <a:t>   - Test cases de phat hien loi runtime (dung input -&gt; sai output)</a:t>
            </a:r>
          </a:p>
          <a:p/>
          <a:p>
            <a:r>
              <a:t>Chuyen tiep: "Sau khi co du lieu, chung toi phan loai bai tap theo chu de."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5 - PHAN LOAI BAI TAP (Exercise Classification)</a:t>
            </a:r>
          </a:p>
          <a:p/>
          <a:p>
            <a:r>
              <a:t>[Thoi gian: 1.5 phut]</a:t>
            </a:r>
          </a:p>
          <a:p/>
          <a:p>
            <a:r>
              <a:t>Trinh bay 5 nhom bai tap chinh. Moi nhom co cac bai toan dien hinh.</a:t>
            </a:r>
          </a:p>
          <a:p/>
          <a:p>
            <a:r>
              <a:t>Y nghia: Viec phan loai nay giup he thong:</a:t>
            </a:r>
          </a:p>
          <a:p>
            <a:r>
              <a:t>- Tra cuu nhanh tap luat chan doan phu hop</a:t>
            </a:r>
          </a:p>
          <a:p>
            <a:r>
              <a:t>- Ap dung dung Pattern Matching cho tung loai bai</a:t>
            </a:r>
          </a:p>
          <a:p>
            <a:r>
              <a:t>- De xuat thuat toan phu hop</a:t>
            </a:r>
          </a:p>
          <a:p/>
          <a:p>
            <a:r>
              <a:t>Luu y: Day khong phai danh sach day du, ma la cac nhom chinh de chung toi </a:t>
            </a:r>
          </a:p>
          <a:p>
            <a:r>
              <a:t>xay dung mo hinh tri thuc ban dau. He thong co the mo rong them.</a:t>
            </a:r>
          </a:p>
          <a:p/>
          <a:p>
            <a:r>
              <a:t>Chuyen tiep: "Bay gio chung ta se di vao phan core cua he thong: Mo hinh bieu dien tri thuc."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6 - MO HINH BIEU DIEN TRI THUC (Knowledge Representation Model)</a:t>
            </a:r>
          </a:p>
          <a:p/>
          <a:p>
            <a:r>
              <a:t>[Thoi gian: 3 phut] - SLIDE QUAN TRONG</a:t>
            </a:r>
          </a:p>
          <a:p/>
          <a:p>
            <a:r>
              <a:t>Day la phan core cua he thong. Can giai thich THAT KY:</a:t>
            </a:r>
          </a:p>
          <a:p/>
          <a:p>
            <a:r>
              <a:t>1. MO HINH 5 THANH PHAN:</a:t>
            </a:r>
          </a:p>
          <a:p>
            <a:r>
              <a:t>   - Bai toan -&gt; Thua toan -&gt; Cau truc du lieu: Moi quan he xuoi</a:t>
            </a:r>
          </a:p>
          <a:p>
            <a:r>
              <a:t>   - Loi thuong gap &lt;- Huong khac phuc: Moi quan he nguoc</a:t>
            </a:r>
          </a:p>
          <a:p>
            <a:r>
              <a:t>   - Y nghia: Khi gap loi, he thong biet loi do thuoc bai toan/thuat toan nao</a:t>
            </a:r>
          </a:p>
          <a:p>
            <a:r>
              <a:t>     va se goi y huong khac phuc tuong ung.</a:t>
            </a:r>
          </a:p>
          <a:p/>
          <a:p>
            <a:r>
              <a:t>2. PIPELINE 5 BUOC:</a:t>
            </a:r>
          </a:p>
          <a:p>
            <a:r>
              <a:t>   - Buoc 1-2: Code -&gt; AST (dung Tree-sitter hoac Clang)</a:t>
            </a:r>
          </a:p>
          <a:p>
            <a:r>
              <a:t>   - Buoc 3: Pattern Matching tren AST de nhan dang (VD: phat hien while loop)</a:t>
            </a:r>
          </a:p>
          <a:p>
            <a:r>
              <a:t>   - Buoc 4: Rule Engine kich hoat luat neu phat hien loi</a:t>
            </a:r>
          </a:p>
          <a:p>
            <a:r>
              <a:t>   - Buoc 5: LLM sinh giai thich tu nhien dua tren ket qua Rule Engine</a:t>
            </a:r>
          </a:p>
          <a:p/>
          <a:p>
            <a:r>
              <a:t>3. VI DU CU THE:</a:t>
            </a:r>
          </a:p>
          <a:p>
            <a:r>
              <a:t>   - Bai toan: tinh tong cac phan tu mang</a:t>
            </a:r>
          </a:p>
          <a:p>
            <a:r>
              <a:t>   - Code sinh vien: while loop nhung quen i++</a:t>
            </a:r>
          </a:p>
          <a:p>
            <a:r>
              <a:t>   - Rule phat hien: 'while loop thieu counter update' -&gt; INFINITE_LOOP</a:t>
            </a:r>
          </a:p>
          <a:p>
            <a:r>
              <a:t>   - He thong bao: 'Ban quen tang i' -&gt; 'Them i++'</a:t>
            </a:r>
          </a:p>
          <a:p/>
          <a:p>
            <a:r>
              <a:t>Chuyen tiep: "De hien thuc mo hinh nay, chung toi thiet ke kien truc he thong 4 tang."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7 - KIEN TRUC HE THONG (System Architecture)</a:t>
            </a:r>
          </a:p>
          <a:p/>
          <a:p>
            <a:r>
              <a:t>[Thoi gian: 2 phut]</a:t>
            </a:r>
          </a:p>
          <a:p/>
          <a:p>
            <a:r>
              <a:t>Gioi thieu kien truc 4 tang cua he thong:</a:t>
            </a:r>
          </a:p>
          <a:p/>
          <a:p>
            <a:r>
              <a:t>1. Tang Giao dien (UI Layer):</a:t>
            </a:r>
          </a:p>
          <a:p>
            <a:r>
              <a:t>   - Code Editor voi syntax highlighting (dung Monaco hoac CodeMirror)</a:t>
            </a:r>
          </a:p>
          <a:p>
            <a:r>
              <a:t>   - Output panel hien thi loi giai tung buoc</a:t>
            </a:r>
          </a:p>
          <a:p>
            <a:r>
              <a:t>   - Error Highlighting truc tiep tren code</a:t>
            </a:r>
          </a:p>
          <a:p/>
          <a:p>
            <a:r>
              <a:t>2. Tang Xu ly (Processing Layer):</a:t>
            </a:r>
          </a:p>
          <a:p>
            <a:r>
              <a:t>   - Code Parser: chuyen C/C++ sang AST (Tree-sitter)</a:t>
            </a:r>
          </a:p>
          <a:p>
            <a:r>
              <a:t>   - Pattern Matcher: phat hien cau truc code</a:t>
            </a:r>
          </a:p>
          <a:p>
            <a:r>
              <a:t>   - Rule Engine: ap dung IF-THEN rules</a:t>
            </a:r>
          </a:p>
          <a:p>
            <a:r>
              <a:t>   - LLM Connector: goi GPT-4 / Code Llama de sinh giai thich</a:t>
            </a:r>
          </a:p>
          <a:p/>
          <a:p>
            <a:r>
              <a:t>3. Tang Tri thuc (Knowledge Layer):</a:t>
            </a:r>
          </a:p>
          <a:p>
            <a:r>
              <a:t>   - Exercise DB: luu de bai, bai giai mau, test cases</a:t>
            </a:r>
          </a:p>
          <a:p>
            <a:r>
              <a:t>   - Error KB: co so tri thuc loi</a:t>
            </a:r>
          </a:p>
          <a:p>
            <a:r>
              <a:t>   - Diagnostic Rules: tap luat chan doan</a:t>
            </a:r>
          </a:p>
          <a:p>
            <a:r>
              <a:t>   - Fix DB: huong dan khac phuc</a:t>
            </a:r>
          </a:p>
          <a:p/>
          <a:p>
            <a:r>
              <a:t>4. Tang Du lieu (Data Layer):</a:t>
            </a:r>
          </a:p>
          <a:p>
            <a:r>
              <a:t>   - PostgreSQL: du lieu co cau truc</a:t>
            </a:r>
          </a:p>
          <a:p>
            <a:r>
              <a:t>   - Vector DB (ChromaDB): embeddings cho semantic search</a:t>
            </a:r>
          </a:p>
          <a:p/>
          <a:p>
            <a:r>
              <a:t>Chuyen tiep: "Tren kien truc nay, chung toi xay dung cac bai toan cu the."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8 - BAI TOAN &amp; THUAT GIAI (Problems &amp; Algorithms)</a:t>
            </a:r>
          </a:p>
          <a:p/>
          <a:p>
            <a:r>
              <a:t>[Thoi gian: 2.5 phut]</a:t>
            </a:r>
          </a:p>
          <a:p/>
          <a:p>
            <a:r>
              <a:t>Trinh bay 5 bai toan dien hinh duoc xay dung trong he thong:</a:t>
            </a:r>
          </a:p>
          <a:p/>
          <a:p>
            <a:r>
              <a:t>Moi bai toan co:</a:t>
            </a:r>
          </a:p>
          <a:p>
            <a:r>
              <a:t>- Approach: Cac phuong phap giai (thuong la nhieu option)</a:t>
            </a:r>
          </a:p>
          <a:p>
            <a:r>
              <a:t>- Common Errors: Loi thuong gap</a:t>
            </a:r>
          </a:p>
          <a:p/>
          <a:p>
            <a:r>
              <a:t>5 bai toan mau:</a:t>
            </a:r>
          </a:p>
          <a:p>
            <a:r>
              <a:t>1. Tim min/max: loi hay gap la bien chua khoi tao hoac sai index</a:t>
            </a:r>
          </a:p>
          <a:p>
            <a:r>
              <a:t>2. Palindrome: loi index out of bounds khi dung two-pointer</a:t>
            </a:r>
          </a:p>
          <a:p>
            <a:r>
              <a:t>3. Dao nguoc linked list: loi mat reference khi cap nhat pointer</a:t>
            </a:r>
          </a:p>
          <a:p>
            <a:r>
              <a:t>4. Binary search: loi tinh mid bi tran so, hoac recursive bi infinite recursion</a:t>
            </a:r>
          </a:p>
          <a:p>
            <a:r>
              <a:t>5. Duyet cay: loi stack overflow neu cay qua sau</a:t>
            </a:r>
          </a:p>
          <a:p/>
          <a:p>
            <a:r>
              <a:t>Co che Recommendation Engine:</a:t>
            </a:r>
          </a:p>
          <a:p>
            <a:r>
              <a:t>- Phan tich de bai, trich xuat keywords</a:t>
            </a:r>
          </a:p>
          <a:p>
            <a:r>
              <a:t>- Mapping keywords -&gt; thuat toan phu hop</a:t>
            </a:r>
          </a:p>
          <a:p>
            <a:r>
              <a:t>- VD: 'tim kiem' + 'mang da sap xep' -&gt; Binary Search</a:t>
            </a:r>
          </a:p>
          <a:p/>
          <a:p>
            <a:r>
              <a:t>Chuyen tiep: "Phan tiep theo la ky thuat chinh de hien thuc he thong nay."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9 - KY THUAT CHINH (Core Techniques): LLMs + Rule-Based Reasoning</a:t>
            </a:r>
          </a:p>
          <a:p/>
          <a:p>
            <a:r>
              <a:t>[Thoi gian: 3 phut] - SLIDE QUAN TRONG NHAT</a:t>
            </a:r>
          </a:p>
          <a:p/>
          <a:p>
            <a:r>
              <a:t>Day la phan quan trong nhat cua bai bao cao. Can giai thich that ky:</a:t>
            </a:r>
          </a:p>
          <a:p/>
          <a:p>
            <a:r>
              <a:t>KY THUAT 1 - LLMs (3 phan):</a:t>
            </a:r>
          </a:p>
          <a:p>
            <a:r>
              <a:t>1. Code Llama: Mo hinh ma nguon mo cua Meta, duoc huan luyen tren code.</a:t>
            </a:r>
          </a:p>
          <a:p>
            <a:r>
              <a:t>   Uu diem: mien phi, co the fine-tune rieng, hieu code C++ tot.</a:t>
            </a:r>
          </a:p>
          <a:p>
            <a:r>
              <a:t>2. GPT-4: Mo hinh thuong mai cua OpenAI. Uu diem: hieu ngu nghia cau lenh,</a:t>
            </a:r>
          </a:p>
          <a:p>
            <a:r>
              <a:t>   generation chat luong cao. Nhuoc diem: ton phi, can Internet.</a:t>
            </a:r>
          </a:p>
          <a:p>
            <a:r>
              <a:t>3. LangChain: Framework giup ket noi nhieu LLM, quan ly prompt, thuc hien</a:t>
            </a:r>
          </a:p>
          <a:p>
            <a:r>
              <a:t>   Chain-of-Thought de sinh giai thich nhieu buoc.</a:t>
            </a:r>
          </a:p>
          <a:p>
            <a:r>
              <a:t>4. CodeBERT: Mo hinh embedding chuyen cho code. Dung de tim kiem cac doan</a:t>
            </a:r>
          </a:p>
          <a:p>
            <a:r>
              <a:t>   code tuong tu trong co so du lieu.</a:t>
            </a:r>
          </a:p>
          <a:p/>
          <a:p>
            <a:r>
              <a:t>KY THUAT 2 - Rule-Based Reasoning:</a:t>
            </a:r>
          </a:p>
          <a:p>
            <a:r>
              <a:t>1. IF-THEN rules: Cac luat duoc xay dung tu kinh nghiem chuyen gia</a:t>
            </a:r>
          </a:p>
          <a:p>
            <a:r>
              <a:t>2. Pattern Matching: So sanh AST cua code sinh vien voi mau da biet</a:t>
            </a:r>
          </a:p>
          <a:p>
            <a:r>
              <a:t>3. FSM: Theo doi qua trinh giai bai cua sinh vien de xac dinh buoc tiep theo</a:t>
            </a:r>
          </a:p>
          <a:p/>
          <a:p>
            <a:r>
              <a:t>VI DU: Phat hien vong lap while thieu cap nhat bien dem</a:t>
            </a:r>
          </a:p>
          <a:p>
            <a:r>
              <a:t>- Pattern: while loop body khong co assignment toi bien dieu kien</a:t>
            </a:r>
          </a:p>
          <a:p>
            <a:r>
              <a:t>- Rule: INFINITE_LOOP</a:t>
            </a:r>
          </a:p>
          <a:p>
            <a:r>
              <a:t>- LLM sinh: 'Em quen tang i. Hay them i++ vao cuoi vong lap.'</a:t>
            </a:r>
          </a:p>
          <a:p/>
          <a:p>
            <a:r>
              <a:t>CO CHE HYBRID:</a:t>
            </a:r>
          </a:p>
          <a:p>
            <a:r>
              <a:t>- Rule Engine dam bao do chinh xac (khong bao loi sai)</a:t>
            </a:r>
          </a:p>
          <a:p>
            <a:r>
              <a:t>- LLM dam bao giai thich tu nhien, de hieu voi sinh vien</a:t>
            </a:r>
          </a:p>
          <a:p/>
          <a:p>
            <a:r>
              <a:t>Chuyen tiep: "Sau khi hieu ky thuat, chung ta xem xet yeu cau san pham cu the."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10 - YEU CAU SAN PHAM (Product Requirements)</a:t>
            </a:r>
          </a:p>
          <a:p/>
          <a:p>
            <a:r>
              <a:t>[Thoi gian: 1.5 phut]</a:t>
            </a:r>
          </a:p>
          <a:p/>
          <a:p>
            <a:r>
              <a:t>Trinh bay 4 yeu cau san pham chinh:</a:t>
            </a:r>
          </a:p>
          <a:p/>
          <a:p>
            <a:r>
              <a:t>1. GIAO DIEN:</a:t>
            </a:r>
          </a:p>
          <a:p>
            <a:r>
              <a:t>   - Monaco Editor (VS Code's editor) tich hop vao web</a:t>
            </a:r>
          </a:p>
          <a:p>
            <a:r>
              <a:t>   - Step-by-step panel: hien thi tu buoc 1, 2, 3...</a:t>
            </a:r>
          </a:p>
          <a:p>
            <a:r>
              <a:t>   - Error highlight: gach chan / to mau do cho loi</a:t>
            </a:r>
          </a:p>
          <a:p>
            <a:r>
              <a:t>   - Real-time: phan hoi trong &lt;5 giay</a:t>
            </a:r>
          </a:p>
          <a:p/>
          <a:p>
            <a:r>
              <a:t>2. CSDL TRI THUC:</a:t>
            </a:r>
          </a:p>
          <a:p>
            <a:r>
              <a:t>   - De bai + loi giai mau</a:t>
            </a:r>
          </a:p>
          <a:p>
            <a:r>
              <a:t>   - Test cases (input -&gt; expected output)</a:t>
            </a:r>
          </a:p>
          <a:p>
            <a:r>
              <a:t>   - Metadata: chu de, do kho (de/trung/kho), loai loi</a:t>
            </a:r>
          </a:p>
          <a:p/>
          <a:p>
            <a:r>
              <a:t>3. MO HINH LOI:</a:t>
            </a:r>
          </a:p>
          <a:p>
            <a:r>
              <a:t>   - Chuan: error_type (INFINITE_LOOP, OFF_BY_ONE...)</a:t>
            </a:r>
          </a:p>
          <a:p>
            <a:r>
              <a:t>   - location (dong bao nhieu, cot nao)</a:t>
            </a:r>
          </a:p>
          <a:p>
            <a:r>
              <a:t>   - description (mo ta bang tieng Viet)</a:t>
            </a:r>
          </a:p>
          <a:p>
            <a:r>
              <a:t>   - fix_suggestion (code goi y sua)</a:t>
            </a:r>
          </a:p>
          <a:p/>
          <a:p>
            <a:r>
              <a:t>4. DANH GIA:</a:t>
            </a:r>
          </a:p>
          <a:p>
            <a:r>
              <a:t>   - So sanh voi pure LLM de thay loi ich cua Rule Engine</a:t>
            </a:r>
          </a:p>
          <a:p>
            <a:r>
              <a:t>   - Metrics chuan trong Information Retrieval</a:t>
            </a:r>
          </a:p>
          <a:p/>
          <a:p>
            <a:r>
              <a:t>Chuyen tiep: "Phan tiep theo la ket qua so sanh va danh gia ma chung toi da thuc hien."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11 - SO SANH &amp; DANH GIA (Comparison &amp; Evaluation)</a:t>
            </a:r>
          </a:p>
          <a:p/>
          <a:p>
            <a:r>
              <a:t>[Thoi gian: 2.5 phut]</a:t>
            </a:r>
          </a:p>
          <a:p/>
          <a:p>
            <a:r>
              <a:t>Trinh bay ket qua thuc nghiem:</a:t>
            </a:r>
          </a:p>
          <a:p/>
          <a:p>
            <a:r>
              <a:t>1. THIET LAP:</a:t>
            </a:r>
          </a:p>
          <a:p>
            <a:r>
              <a:t>   - 200+ bai tap C/C++ tu sinh vien</a:t>
            </a:r>
          </a:p>
          <a:p>
            <a:r>
              <a:t>   - Da duoc chuyen gia gan nhan loi (gold standard)</a:t>
            </a:r>
          </a:p>
          <a:p>
            <a:r>
              <a:t>   - So sanh 4 phuong phap</a:t>
            </a:r>
          </a:p>
          <a:p/>
          <a:p>
            <a:r>
              <a:t>2. METRICS:</a:t>
            </a:r>
          </a:p>
          <a:p>
            <a:r>
              <a:t>   - Accuracy: do chinh xac tong the</a:t>
            </a:r>
          </a:p>
          <a:p>
            <a:r>
              <a:t>   - Precision: trong so loi duoc bao, bao nhieu phan tram dung</a:t>
            </a:r>
          </a:p>
          <a:p>
            <a:r>
              <a:t>   - Recall: trong so loi thuc te, phat hien duoc bao nhieu</a:t>
            </a:r>
          </a:p>
          <a:p>
            <a:r>
              <a:t>   - F1: can bang giua Precision va Recall</a:t>
            </a:r>
          </a:p>
          <a:p>
            <a:r>
              <a:t>   - User Satisfaction: khao sat sinh vien (1-5)</a:t>
            </a:r>
          </a:p>
          <a:p/>
          <a:p>
            <a:r>
              <a:t>3. KET QUA:</a:t>
            </a:r>
          </a:p>
          <a:p>
            <a:r>
              <a:t>   - Pure LLM (GPT-4): 72.3% - kha nhung con nhieu false positive</a:t>
            </a:r>
          </a:p>
          <a:p>
            <a:r>
              <a:t>   - Pure Rule-Based: 81.5% - chinh xac hon nhung cung nhac</a:t>
            </a:r>
          </a:p>
          <a:p>
            <a:r>
              <a:t>   - Hybrid (Rules -&gt; LLM): 89.7% - tot hon 2 phuong phap rieng</a:t>
            </a:r>
          </a:p>
          <a:p>
            <a:r>
              <a:t>   - Hybrid + Context-Aware: 93.2% - TOT NHAT</a:t>
            </a:r>
          </a:p>
          <a:p>
            <a:r>
              <a:t>   </a:t>
            </a:r>
          </a:p>
          <a:p>
            <a:r>
              <a:t>4. NHAN XET:</a:t>
            </a:r>
          </a:p>
          <a:p>
            <a:r>
              <a:t>   - Rule Engine: tang do chinh xac (Precision)</a:t>
            </a:r>
          </a:p>
          <a:p>
            <a:r>
              <a:t>   - LLM: tang kha nang phat hien (Recall)</a:t>
            </a:r>
          </a:p>
          <a:p>
            <a:r>
              <a:t>   - Context-Aware: tang trai nghiem nguoi dung (User Sat)</a:t>
            </a:r>
          </a:p>
          <a:p/>
          <a:p>
            <a:r>
              <a:t>Chuyen tiep: "Phan cuoi cung la ket luan va huong phat trien."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12 - KET LUAN &amp; HUONG PHAT TRIEN (Conclusion &amp; Future Work)</a:t>
            </a:r>
          </a:p>
          <a:p/>
          <a:p>
            <a:r>
              <a:t>[Thoi gian: 1.5 phut]</a:t>
            </a:r>
          </a:p>
          <a:p/>
          <a:p>
            <a:r>
              <a:t>TONG KET:</a:t>
            </a:r>
          </a:p>
          <a:p/>
          <a:p>
            <a:r>
              <a:t>1. Da xay dung thanh cong mo hinh he thong</a:t>
            </a:r>
          </a:p>
          <a:p>
            <a:r>
              <a:t>2. Hybrid approach vuot troi so voi pure LLM (+21%)</a:t>
            </a:r>
          </a:p>
          <a:p>
            <a:r>
              <a:t>3. 5 thanh phan tri thuc lien ket chat che</a:t>
            </a:r>
          </a:p>
          <a:p>
            <a:r>
              <a:t>4. Pipeline ro rang tu code den loi giai</a:t>
            </a:r>
          </a:p>
          <a:p/>
          <a:p>
            <a:r>
              <a:t>HUONG PHAT TRIEN (6 huong):</a:t>
            </a:r>
          </a:p>
          <a:p>
            <a:r>
              <a:t>1. Them ngon ngu: Java (OOP), Python (AI/ML), JavaScript (web)</a:t>
            </a:r>
          </a:p>
          <a:p>
            <a:r>
              <a:t>2. Ca nhan hoa: theo doi lich su loi cua tung sinh vien -&gt; de xuat bai tap phu hop</a:t>
            </a:r>
          </a:p>
          <a:p>
            <a:r>
              <a:t>3. LLM moi: GPT-4o (cheaper), Claude 3 (safety), Gemini Ultra (multimodal)</a:t>
            </a:r>
          </a:p>
          <a:p>
            <a:r>
              <a:t>4. Open-source: cong dong dong gop bai tap, loi giai</a:t>
            </a:r>
          </a:p>
          <a:p>
            <a:r>
              <a:t>5. Production: trien khai that voi quy mo lon</a:t>
            </a:r>
          </a:p>
          <a:p>
            <a:r>
              <a:t>6. RLHF: hoc tu phan hoi cua nguoi dung de cai thien dan</a:t>
            </a:r>
          </a:p>
          <a:p/>
          <a:p>
            <a:r>
              <a:t>KET THUC:</a:t>
            </a:r>
          </a:p>
          <a:p>
            <a:r>
              <a:t>- Cam on thay/co va cac ban da lang nghe</a:t>
            </a:r>
          </a:p>
          <a:p>
            <a:r>
              <a:t>- San sang nhan cau hoi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HE THONG HO TRO GIAI BAI TAP LAP TRINH</a:t>
            </a:r>
            <a:br/>
            <a:r>
              <a:t>CO HUONG DAN TUNG BUOC</a:t>
            </a:r>
          </a:p>
          <a:p>
            <a:pPr algn="ctr">
              <a:spcBef>
                <a:spcPts val="1200"/>
              </a:spcBef>
              <a:defRPr sz="2000" i="1">
                <a:solidFill>
                  <a:srgbClr val="0096D6"/>
                </a:solidFill>
              </a:defRPr>
            </a:pPr>
            <a:r>
              <a:t>Programming Exercise Solving System with Step-by-Step Guidance</a:t>
            </a:r>
          </a:p>
          <a:p>
            <a:pPr algn="ctr">
              <a:spcBef>
                <a:spcPts val="800"/>
              </a:spcBef>
              <a:defRPr sz="1600">
                <a:solidFill>
                  <a:srgbClr val="BBDDFF"/>
                </a:solidFill>
              </a:defRPr>
            </a:pPr>
            <a:r>
              <a:t>Context-Aware Explanations &amp; Diagnostic Rule-Based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1600">
                <a:solidFill>
                  <a:srgbClr val="CCDDEE"/>
                </a:solidFill>
              </a:defRPr>
            </a:pPr>
            <a:r>
              <a:t>Mon hoc: Cau truc du lieu &amp; Thuat toan nang cao</a:t>
            </a:r>
          </a:p>
          <a:p>
            <a:pPr algn="ctr">
              <a:lnSpc>
                <a:spcPts val="2800"/>
              </a:lnSpc>
              <a:defRPr sz="1600">
                <a:solidFill>
                  <a:srgbClr val="CCDDEE"/>
                </a:solidFill>
              </a:defRPr>
            </a:pPr>
            <a:r>
              <a:t>Giang vien huong dan: TS. Nguyen Van A</a:t>
            </a:r>
          </a:p>
          <a:p>
            <a:pPr algn="ctr">
              <a:lnSpc>
                <a:spcPts val="2800"/>
              </a:lnSpc>
              <a:defRPr sz="1600">
                <a:solidFill>
                  <a:srgbClr val="CCDDEE"/>
                </a:solidFill>
              </a:defRPr>
            </a:pPr>
            <a:r>
              <a:t>Nhom thuc hien: Nhom 1 - BDTT K16</a:t>
            </a:r>
          </a:p>
          <a:p>
            <a:pPr algn="ctr">
              <a:lnSpc>
                <a:spcPts val="2800"/>
              </a:lnSpc>
              <a:defRPr sz="1600">
                <a:solidFill>
                  <a:srgbClr val="CCDDEE"/>
                </a:solidFill>
              </a:defRPr>
            </a:pPr>
            <a:r>
              <a:t>Hoc ky: 1 - Nam hoc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NOI DUNG TRINH BAY (Agenda)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1. Muc tieu he thong (System Objectives)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2. Thu thap tri thuc (Knowledge Acquisition)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3. Phan loai bai tap (Exercise Classification)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4. Mo hinh bieu dien tri thuc (Knowledge Representation Model)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5. Kien truc he thong (System Architecture)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6. Bai toan &amp; Thuat giai (Problems &amp; Algorithms)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7. Ky thuat chinh (Core Techniques): LLMs + Rule-Based Reasoning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8. Yeu cau san pham (Product Requirements)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9. So sanh &amp; Danh gia (Comparison &amp; Evaluation)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10. Ket luan &amp; Huong phat trien (Conclusion &amp; Future 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MUC TIEU HE THONG (System Objectives)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◆ Muc tieu tong quat: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Phat trien he thong chan doan loi logic va thuat toan trong ma nguon sinh vien (C/C++)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Cac muc tieu cu the: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• Phat hien &amp; chan doan (Detection &amp; Diagnosis): Xac dinh vi tri va loai loi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Loi logic (Logic errors): Sai dieu kien, sai cong thuc tinh toan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Loi thuat toan (Algorithm errors): Chon sai approach, infinite loop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Loi bien (Boundary errors): Off-by-one, array out of bounds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• Sinh loi giai tung buoc (Step-by-Step Solution Generation):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Tao huong dan chi tiet + giai thich ngu canh (Context-Aware Explanations)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Du tren mo hinh tri thuc loi (Error Knowledge Model)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• Tich hop LLMs + Rule-Based Reasoning: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Ket hop GPT-4 / Code Llama de phan tich ngu nghia ma nguon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Suy luan dua tren luat (Diagnostic Rules) de chan doan chinh xac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THU THAP TRI THUC (Knowledge Acquisition)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Nguon tri thuc (Knowledge Sources):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Sach bai tap C/C++: 'C Programming: A Modern Approach', 'The C Programming Language' (K&amp;R)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Tai lieu thuat toan kinh dien: 'Introduction to Algorithms' (CLRS)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Bo du lieu bai tap sinh vien da giai (Student submission corpora)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Quy trinh thu thap &amp; xu ly (Acquisition Pipeline):</a:t>
            </a:r>
          </a:p>
          <a:p>
            <a:pPr>
              <a:spcAft>
                <a:spcPts val="500"/>
              </a:spcAft>
              <a:defRPr sz="1700">
                <a:solidFill>
                  <a:srgbClr val="2D2D2D"/>
                </a:solidFill>
              </a:defRPr>
            </a:pPr>
            <a:r>
              <a:t>Buoc 1: Thu thap de bai &amp; bai giai mau tu nhieu nguon</a:t>
            </a:r>
          </a:p>
          <a:p>
            <a:pPr>
              <a:spcAft>
                <a:spcPts val="500"/>
              </a:spcAft>
              <a:defRPr sz="1700">
                <a:solidFill>
                  <a:srgbClr val="2D2D2D"/>
                </a:solidFill>
              </a:defRPr>
            </a:pPr>
            <a:r>
              <a:t>Buoc 2: Trich xuat dac trung (Feature extraction): cau truc dieu khien, kieu du lieu</a:t>
            </a:r>
          </a:p>
          <a:p>
            <a:pPr>
              <a:spcAft>
                <a:spcPts val="500"/>
              </a:spcAft>
              <a:defRPr sz="1700">
                <a:solidFill>
                  <a:srgbClr val="2D2D2D"/>
                </a:solidFill>
              </a:defRPr>
            </a:pPr>
            <a:r>
              <a:t>Buoc 3: Gan nhan loi (Error labeling): xac dinh loi thuong gap cho tung dang bai</a:t>
            </a:r>
          </a:p>
          <a:p>
            <a:pPr>
              <a:spcAft>
                <a:spcPts val="500"/>
              </a:spcAft>
              <a:defRPr sz="1700">
                <a:solidFill>
                  <a:srgbClr val="2D2D2D"/>
                </a:solidFill>
              </a:defRPr>
            </a:pPr>
            <a:r>
              <a:t>Buoc 4: Xay dung tap luat chan doan (Diagnostic Rules) dua tren expert knowledge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Cong cu ho tro (Supporting Tools):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Static code analysis (AST parsing) - phan tich ma nguon tinh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Dynamic testing voi test cases - phat hien loi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PHAN LOAI BAI TAP (Exercise Classification)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He thong phan loai bai tap theo 5 chu de chinh: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◆ Mang (Arrays)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One-dimensional arrays: tim kiem (search), sap xep (sorting), dao nguoc (reversal)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Multi-dimensional arrays: ma tran (matrix), xoay vong (rotation), nhan ma tran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◆ Vong lap (Loops)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for loop, while loop, do-while loop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Pattern printing, iterative computation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◆ De quy (Recursion)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Divide and conquer: binary search, merge sort, quick sort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Backtracking: N-Queens, maze solving, permutation generation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◆ Cau truc du lieu (Data Structures)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Stack, Queue, Linked List, Tree, Graph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Operations: insertion, deletion, traversal, searching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◆ Thuat toan sap xep &amp; tim kiem (Sorting &amp; Searching)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Bubble Sort, Selection Sort, Merge Sort, Quick Sort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Linear Search, Binary Search,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 HINH BIEU DIEN TRI THUC (Knowledge Representation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Moi quan he giua cac thanh phan tri thuc:</a:t>
            </a:r>
          </a:p>
          <a:p>
            <a:pPr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Bai toan (Problem)  -&gt;  Thuat toan (Algorithm)  -&gt;  Cau truc Du lieu (Data Structure)</a:t>
            </a:r>
          </a:p>
          <a:p>
            <a:pPr>
              <a:spcAft>
                <a:spcPts val="300"/>
              </a:spcAft>
              <a:defRPr sz="1400">
                <a:solidFill>
                  <a:srgbClr val="666666"/>
                </a:solidFill>
              </a:defRPr>
            </a:pPr>
            <a:r>
              <a:t>      |                              |                              |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Loi thuong gap (Common Errors)  &lt;-  Huong khac phuc (Fix Guidance)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Cau truc xu ly (Processing Pipeline):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Code (Input) -&gt; Pattern Matching (AST) -&gt; Rule Triggered (Diagnostic Rules)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-&gt; Step Explanation (Context-Aware) -&gt; Solution Output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Co che hoat dong (How It Works):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Buoc 1: Nhan ma nguon C++ dau vao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Buoc 2: Phan tich cu phap thanh Abstract Syntax Tree (AST)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Buoc 3: Pattern Matching phat hien cau truc code (loop, recursion...)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Buoc 4: Kich hoat luat chan doan (Diagnostic Rule Triggering)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Buoc 5: Sinh giai thich tung buoc dua tren ngu canh cu the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Vi du (Example):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Bai toan 'tinh tong mang' -&gt; while thieu i++ -&gt; Rule: 'Loop counter not updated'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Giai thich: 'Ban quen tang i trong vong lap while'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Khac phuc: 'Them i++ vao cuoi than vong lap'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KIEN TRUC HE THONG (System 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914400"/>
          </a:xfrm>
          <a:prstGeom prst="roundRect">
            <a:avLst/>
          </a:prstGeom>
          <a:solidFill>
            <a:srgbClr val="1A3C6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Interface Layer</a:t>
            </a: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Web UI: Code Editor (Monaco/CodeMirror) + Output Panel</a:t>
            </a:r>
            <a:br/>
            <a:r>
              <a:t>React + Tailwind CSS</a:t>
            </a:r>
          </a:p>
        </p:txBody>
      </p:sp>
      <p:sp>
        <p:nvSpPr>
          <p:cNvPr id="4" name="Down Arrow 3"/>
          <p:cNvSpPr/>
          <p:nvPr/>
        </p:nvSpPr>
        <p:spPr>
          <a:xfrm>
            <a:off x="5669280" y="2011680"/>
            <a:ext cx="731520" cy="18288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Processing Layer</a:t>
            </a: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Code Parser (AST) -&gt; Pattern Matcher -&gt; Rule Engine</a:t>
            </a:r>
            <a:br/>
            <a:r>
              <a:t>-&gt; LLM Connector (GPT-4 / Code Llama API)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3108960"/>
            <a:ext cx="731520" cy="18288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698480" cy="914400"/>
          </a:xfrm>
          <a:prstGeom prst="roundRect">
            <a:avLst/>
          </a:prstGeom>
          <a:solidFill>
            <a:srgbClr val="E65C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Knowledge Layer</a:t>
            </a: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Exercise DB | Error KB | Diagnostic Rules | Fix DB</a:t>
            </a:r>
            <a:br/>
            <a:r>
              <a:t>PostgreSQL + ChromaDB (vector storage)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69280" y="4206240"/>
            <a:ext cx="731520" cy="18288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914400"/>
          </a:xfrm>
          <a:prstGeom prst="roundRect">
            <a:avLst/>
          </a:prstGeom>
          <a:solidFill>
            <a:srgbClr val="6A1B9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Layer</a:t>
            </a: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PostgreSQL (structured data) + Vector DB (embeddings)</a:t>
            </a:r>
            <a:br/>
            <a:r>
              <a:t>Pinecone / ChromaDB for semantic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t>Tech Stack: Frontend: React + Monaco Editor | Backend: Python FastAPI | AI: GPT-4 / Code Llama + LangChain | DB: PostgreSQL + ChromaDB | Parser: Tree-sitter / Clang 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BAI TOAN &amp; THUAT GIAI (Problems &amp; Algorithms)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Ma tran bai toan - thuat giai (Problem-Algorithm Matrix):</a:t>
            </a:r>
          </a:p>
          <a:p>
            <a:pPr>
              <a:spcAft>
                <a:spcPts val="200"/>
              </a:spcAft>
              <a:defRPr sz="1600">
                <a:solidFill>
                  <a:srgbClr val="2D2D2D"/>
                </a:solidFill>
              </a:defRPr>
            </a:pPr>
            <a:r>
              <a:t>1. 'Find Maximum/Minimum in Array'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Approach: Linear Scan O(n), Divide &amp; Conquer O(n)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Common Errors: Off-by-one, uninitialized variable</a:t>
            </a:r>
          </a:p>
          <a:p>
            <a:pPr>
              <a:spcAft>
                <a:spcPts val="200"/>
              </a:spcAft>
              <a:defRPr sz="1600">
                <a:solidFill>
                  <a:srgbClr val="2D2D2D"/>
                </a:solidFill>
              </a:defRPr>
            </a:pPr>
            <a:r>
              <a:t>2. 'Check Palindrome String'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Approach: Two-pointer technique, Recursive comparison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Common Errors: Index out of bounds, case-sensitivity</a:t>
            </a:r>
          </a:p>
          <a:p>
            <a:pPr>
              <a:spcAft>
                <a:spcPts val="200"/>
              </a:spcAft>
              <a:defRPr sz="1600">
                <a:solidFill>
                  <a:srgbClr val="2D2D2D"/>
                </a:solidFill>
              </a:defRPr>
            </a:pPr>
            <a:r>
              <a:t>3. 'Linked List Reversal'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Approach: Iterative (3-pointer), Recursive reversal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Common Errors: Lost reference to next node, null pointer</a:t>
            </a:r>
          </a:p>
          <a:p>
            <a:pPr>
              <a:spcAft>
                <a:spcPts val="200"/>
              </a:spcAft>
              <a:defRPr sz="1600">
                <a:solidFill>
                  <a:srgbClr val="2D2D2D"/>
                </a:solidFill>
              </a:defRPr>
            </a:pPr>
            <a:r>
              <a:t>4. 'Binary Search'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Approach: Iterative, Recursive binary search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Common Errors: Wrong mid calculation (overflow), infinite recursion</a:t>
            </a:r>
          </a:p>
          <a:p>
            <a:pPr>
              <a:spcAft>
                <a:spcPts val="200"/>
              </a:spcAft>
              <a:defRPr sz="1600">
                <a:solidFill>
                  <a:srgbClr val="2D2D2D"/>
                </a:solidFill>
              </a:defRPr>
            </a:pPr>
            <a:r>
              <a:t>5. 'Tree Traversal (Inorder/Preorder/Postorder)'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Approach: Recursive, Iterative using Stack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Common Errors: Stack overflow (deep recursion), null root check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Co che de xuat (Recommendation Engine):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</a:defRPr>
            </a:pPr>
            <a:r>
              <a:t>He thong goi y thuat toan phu hop dua tren phan tich keywords cua de bai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</a:defRPr>
            </a:pPr>
            <a:r>
              <a:t>Rule-based + ML classification: mapping Problem -&gt; Algorithm -&gt;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KY THUAT CHINH (Core Techniques): LLMs + Rule-Based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Ky thuat 1: Mo hinh ngon ngu lon (Large Language Models - LLMs)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Code Llama (Meta): Ma nguon mo, chuyen cho code C/C++, co the fine-tune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GPT-4 (OpenAI): Hieu ngu nghia sau (deep semantics), chat luong sinh cao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LangChain Framework: Dieu phoi (orchestration), Prompt Templates, Chain-of-Thought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• Embedding: CodeBERT / GraphCodeBERT cho tim kiem ngu nghia (semantic search)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  Ung dung (Applications):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Phan tich ngu nghia ma nguon (Semantic Code Analysis)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Mo ta sai sot bang ngon ngu tu nhien (Natural Language Error Description)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- Sinh code goi y sua loi (Fix Suggestion Generation)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Ky thuat 2: Suy luan dua tren luat (Rule-Based Reasoning)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Tap luat chan doan (Diagnostic Rules): Cau truc IF-THEN rules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Pattern Matching tren AST: Xac dinh cau truc code va loi tuong ung</a:t>
            </a:r>
          </a:p>
          <a:p>
            <a:pPr>
              <a:spcAft>
                <a:spcPts val="400"/>
              </a:spcAft>
              <a:defRPr sz="1700">
                <a:solidFill>
                  <a:srgbClr val="2D2D2D"/>
                </a:solidFill>
              </a:defRPr>
            </a:pPr>
            <a:r>
              <a:t>• Finite State Machine (FSM): Theo doi trang thai qua trinh giai bai</a:t>
            </a:r>
          </a:p>
          <a:p>
            <a:pPr>
              <a:spcAft>
                <a:spcPts val="200"/>
              </a:spcAft>
              <a:defRPr sz="1500" b="1">
                <a:solidFill>
                  <a:srgbClr val="2D2D2D"/>
                </a:solidFill>
              </a:defRPr>
            </a:pPr>
            <a:r>
              <a:t>  Vi du Rule (Example):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IF (loop_type == 'while') AND (counter_update NOT in loop_body)</a:t>
            </a:r>
          </a:p>
          <a:p>
            <a:pPr lvl="1">
              <a:spcAft>
                <a:spcPts val="300"/>
              </a:spcAft>
              <a:defRPr sz="1600">
                <a:solidFill>
                  <a:srgbClr val="2D2D2D"/>
                </a:solidFill>
              </a:defRPr>
            </a:pPr>
            <a:r>
              <a:t>THEN error_type = 'INFINITE_LOOP', suggestion = 'Add counter update inside loop'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Co che Hybrid (Hybrid Mechanism): Rule -&gt; LLM -&gt; Context-Aware Explanation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  Rule Engine: Chan doan loi chinh xac (do tin cay cao)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  LLM: Sinh giai thich tu nhien, de hieu (tang trai nghiem nguoi dung)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YEU CAU SAN PHAM (Product Requirements)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Giao dien nhap bai va hien thi loi giai tung buoc (Interactive UI):</a:t>
            </a:r>
          </a:p>
          <a:p>
            <a:pPr>
              <a:spcAft>
                <a:spcPts val="300"/>
              </a:spcAft>
              <a:defRPr sz="1700">
                <a:solidFill>
                  <a:srgbClr val="2D2D2D"/>
                </a:solidFill>
              </a:defRPr>
            </a:pPr>
            <a:r>
              <a:t>• Code Editor: Highlight cu phap (syntax highlighting), line numbering, auto-indent</a:t>
            </a:r>
          </a:p>
          <a:p>
            <a:pPr>
              <a:spcAft>
                <a:spcPts val="300"/>
              </a:spcAft>
              <a:defRPr sz="1700">
                <a:solidFill>
                  <a:srgbClr val="2D2D2D"/>
                </a:solidFill>
              </a:defRPr>
            </a:pPr>
            <a:r>
              <a:t>• Step-by-step Solution Panel: Hien thi tung buoc giai + giai thich</a:t>
            </a:r>
          </a:p>
          <a:p>
            <a:pPr>
              <a:spcAft>
                <a:spcPts val="300"/>
              </a:spcAft>
              <a:defRPr sz="1700">
                <a:solidFill>
                  <a:srgbClr val="2D2D2D"/>
                </a:solidFill>
              </a:defRPr>
            </a:pPr>
            <a:r>
              <a:t>• Error Highlighting: Danh dau vi tri loi truc tiep tren code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• Real-time Feedback: Phan hoi tuc thi khi submit code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Co so du lieu tri thuc bai tap (Exercise Knowledge Database):</a:t>
            </a:r>
          </a:p>
          <a:p>
            <a:pPr>
              <a:spcAft>
                <a:spcPts val="300"/>
              </a:spcAft>
              <a:defRPr sz="1700">
                <a:solidFill>
                  <a:srgbClr val="2D2D2D"/>
                </a:solidFill>
              </a:defRPr>
            </a:pPr>
            <a:r>
              <a:t>• Luu tru de bai, bai giai mau, test cases, metadata phan loai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• Ho tro tim kiem theo chu de, do kho, loai loi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Mo hinh bieu dien loi va cach sua (Error Representation Model):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• Chuan hoa dinh dang loi: error_type + location + description + fix_suggestion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So sanh hieu qua (Comparative Evaluation):</a:t>
            </a:r>
          </a:p>
          <a:p>
            <a:pPr>
              <a:spcAft>
                <a:spcPts val="300"/>
              </a:spcAft>
              <a:defRPr sz="1700">
                <a:solidFill>
                  <a:srgbClr val="2D2D2D"/>
                </a:solidFill>
              </a:defRPr>
            </a:pPr>
            <a:r>
              <a:t>• Metrics: Accuracy (do chinh xac), Precision, Recall, F1-Score</a:t>
            </a:r>
          </a:p>
          <a:p>
            <a:pPr>
              <a:spcAft>
                <a:spcPts val="300"/>
              </a:spcAft>
              <a:defRPr sz="1700">
                <a:solidFill>
                  <a:srgbClr val="2D2D2D"/>
                </a:solidFill>
              </a:defRPr>
            </a:pPr>
            <a:r>
              <a:t>• Baseline: So sanh voi giai phap chi su dung LLM thuan tuy (pure LLM)</a:t>
            </a:r>
          </a:p>
          <a:p>
            <a:pPr>
              <a:spcAft>
                <a:spcPts val="300"/>
              </a:spcAft>
              <a:defRPr sz="1700">
                <a:solidFill>
                  <a:srgbClr val="2D2D2D"/>
                </a:solidFill>
              </a:defRPr>
            </a:pPr>
            <a:r>
              <a:t>• User Study: Danh gia tu nguoi dung thuc te (sinh vien)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 SANH &amp; DANH GIA (Comparison &amp; Evaluation)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38912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Thiet lap thuc nghiem (Experimental Setup):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• Tap du lieu: 200+ bai tap C/C++ tu sinh vien, da gan nhan loi (gold standard)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• So sanh 4 phuong phap (approaches) khac nhau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Chi so danh gia (Evaluation Metrics):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• Accuracy: Ti le chan doan dung loai loi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• Precision: Ti le positive duoc du doan dung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• Recall: Ti le loi thuc te duoc phat hien</a:t>
            </a:r>
          </a:p>
          <a:p>
            <a:pPr>
              <a:spcAft>
                <a:spcPts val="200"/>
              </a:spcAft>
              <a:defRPr sz="1500">
                <a:solidFill>
                  <a:srgbClr val="2D2D2D"/>
                </a:solidFill>
              </a:defRPr>
            </a:pPr>
            <a:r>
              <a:t>• F1-Score: Harmonic mean cua Precision va Recall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• User Satisfaction: Diem hai long cua sinh vien (thang 1-5)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Bang ket qua so sanh (Comparison Results):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5720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Phuong phap (Method)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User Sat (1-5)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Pure LLM (GPT-4)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Pure 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Hybrid (Rules -&gt; 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Hybrid + Context-Aware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KET LUAN &amp; HUONG PHAT TRIEN (Conclusion &amp; Future 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 lIns="182880" tIns="9144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Ket luan (Conclusion):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Da xay dung mo hinh he thong ho tro giai bai tap lap trinh tung buoc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Ket hop hieu qua LLMs (GPT-4 / Code Llama) voi Rule-Based Reasoning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Mo hinh bieu dien tri thuc: Problem -&gt; Algorithm -&gt; Data Structure -&gt; Error -&gt; Fix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Pipeline: Code -&gt; AST -&gt; Pattern Matching -&gt; Rule Trigger -&gt; Step Explanation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Hybrid approach (Rule Engine + LLM + Context-Aware) cho Accuracy 93.2%, F1 0.91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Huong phat trien (Future Work):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Mo rong ho tro them ngon ngu: Java, Python, JavaScript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Ca nhan hoa lo trinh hoc tap dua tren lich su loi cua tung sinh vien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Tich hop them mo hinh LLM moi: GPT-4o, Claude 3, Gemini Ultra</a:t>
            </a:r>
          </a:p>
          <a:p>
            <a:pPr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Xay dung kho bai tap mo rong voi cong dong dong gop (open-source)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Nghien cuu ve Reinforcement Learning tu phan hoi nguoi dung (RLHF)</a:t>
            </a:r>
          </a:p>
          <a:p>
            <a:pPr>
              <a:spcAft>
                <a:spcPts val="800"/>
              </a:spcAft>
              <a:defRPr sz="2000" b="1">
                <a:solidFill>
                  <a:srgbClr val="1A3C6E"/>
                </a:solidFill>
              </a:defRPr>
            </a:pPr>
            <a:r>
              <a:t>▸ Tran trong cam on!</a:t>
            </a:r>
          </a:p>
          <a:p>
            <a:pPr>
              <a:spcAft>
                <a:spcPts val="400"/>
              </a:spcAft>
              <a:defRPr sz="1800" b="1">
                <a:solidFill>
                  <a:srgbClr val="1A3C6E"/>
                </a:solidFill>
              </a:defRPr>
            </a:pPr>
            <a:r>
              <a:t>Q&amp;A - 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Project 1 - He thong ho tro hoc tap    |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